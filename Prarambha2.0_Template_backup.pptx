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75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C910-517B-E530-3EE4-18117B0F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A3640-0BD0-244D-A6BF-5C4CC80CC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F7DF8-A037-2499-3E61-A10101044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4D49B-5E2D-9CFE-7892-8C2B40D85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00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50273A4-1395-570F-FD1E-CF704FE9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475" cy="6858000"/>
          </a:xfrm>
          <a:prstGeom prst="rect">
            <a:avLst/>
          </a:prstGeom>
        </p:spPr>
      </p:pic>
      <p:sp>
        <p:nvSpPr>
          <p:cNvPr id="32" name="Text 3">
            <a:extLst>
              <a:ext uri="{FF2B5EF4-FFF2-40B4-BE49-F238E27FC236}">
                <a16:creationId xmlns:a16="http://schemas.microsoft.com/office/drawing/2014/main" id="{C1CDB967-5075-B416-7ECB-8ADB6BD33FE1}"/>
              </a:ext>
            </a:extLst>
          </p:cNvPr>
          <p:cNvSpPr txBox="1"/>
          <p:nvPr/>
        </p:nvSpPr>
        <p:spPr>
          <a:xfrm>
            <a:off x="604198" y="183950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  •  DEPARTMENT OF AI &amp; DATA SCIENCE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AA2737B5-5026-4F6A-B70C-A10AFD7288AC}"/>
              </a:ext>
            </a:extLst>
          </p:cNvPr>
          <p:cNvSpPr txBox="1"/>
          <p:nvPr/>
        </p:nvSpPr>
        <p:spPr>
          <a:xfrm>
            <a:off x="604198" y="2354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PPT  |  24-HOUR ONLINE HACKATHON</a:t>
            </a:r>
            <a:endParaRPr lang="en-US" sz="14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223F955B-55F9-2DE8-38F1-4BB67DF60C3F}"/>
              </a:ext>
            </a:extLst>
          </p:cNvPr>
          <p:cNvSpPr/>
          <p:nvPr/>
        </p:nvSpPr>
        <p:spPr>
          <a:xfrm>
            <a:off x="604198" y="2778241"/>
            <a:ext cx="420624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CB3D8AC2-D5EB-8B80-F552-D9B641D3B274}"/>
              </a:ext>
            </a:extLst>
          </p:cNvPr>
          <p:cNvSpPr txBox="1"/>
          <p:nvPr/>
        </p:nvSpPr>
        <p:spPr>
          <a:xfrm>
            <a:off x="604198" y="323547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208CD9C-4098-7760-FB5A-24EB04EB668A}"/>
              </a:ext>
            </a:extLst>
          </p:cNvPr>
          <p:cNvSpPr txBox="1"/>
          <p:nvPr/>
        </p:nvSpPr>
        <p:spPr>
          <a:xfrm>
            <a:off x="3301678" y="323547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16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752A1E0-F8BD-9134-8898-8E2BF9AE4095}"/>
              </a:ext>
            </a:extLst>
          </p:cNvPr>
          <p:cNvSpPr txBox="1"/>
          <p:nvPr/>
        </p:nvSpPr>
        <p:spPr>
          <a:xfrm>
            <a:off x="604198" y="364695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lang="en-US" sz="14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F76345B0-DEE8-5C4B-905D-29484B3249DB}"/>
              </a:ext>
            </a:extLst>
          </p:cNvPr>
          <p:cNvSpPr txBox="1"/>
          <p:nvPr/>
        </p:nvSpPr>
        <p:spPr>
          <a:xfrm>
            <a:off x="3301678" y="364695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Leader Name]</a:t>
            </a:r>
            <a:endParaRPr lang="en-US" sz="160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DCB9D4D6-6C8A-E0BA-8FE4-725C5B7FB1CC}"/>
              </a:ext>
            </a:extLst>
          </p:cNvPr>
          <p:cNvSpPr txBox="1"/>
          <p:nvPr/>
        </p:nvSpPr>
        <p:spPr>
          <a:xfrm>
            <a:off x="604198" y="405843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4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F2301461-0A54-06FC-35D1-6795FD63D7A9}"/>
              </a:ext>
            </a:extLst>
          </p:cNvPr>
          <p:cNvSpPr txBox="1"/>
          <p:nvPr/>
        </p:nvSpPr>
        <p:spPr>
          <a:xfrm>
            <a:off x="3301678" y="405843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Problem Statement Title]</a:t>
            </a:r>
            <a:endParaRPr lang="en-US" sz="16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6AD3D2D8-456B-DB62-7256-4269C284D162}"/>
              </a:ext>
            </a:extLst>
          </p:cNvPr>
          <p:cNvSpPr txBox="1"/>
          <p:nvPr/>
        </p:nvSpPr>
        <p:spPr>
          <a:xfrm>
            <a:off x="604198" y="4469911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4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CAB80E0C-0000-0678-6562-58EA76D02B74}"/>
              </a:ext>
            </a:extLst>
          </p:cNvPr>
          <p:cNvSpPr txBox="1"/>
          <p:nvPr/>
        </p:nvSpPr>
        <p:spPr>
          <a:xfrm>
            <a:off x="3301678" y="4469911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Theme]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2600" dirty="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9FE51A4D-A575-B72A-B6CE-FD599EA8EA13}"/>
              </a:ext>
            </a:extLst>
          </p:cNvPr>
          <p:cNvSpPr txBox="1"/>
          <p:nvPr/>
        </p:nvSpPr>
        <p:spPr>
          <a:xfrm>
            <a:off x="1245637" y="386729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A994CD7-F961-D9E8-77BB-9789E22F1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sp>
        <p:nvSpPr>
          <p:cNvPr id="69" name="Text 2">
            <a:extLst>
              <a:ext uri="{FF2B5EF4-FFF2-40B4-BE49-F238E27FC236}">
                <a16:creationId xmlns:a16="http://schemas.microsoft.com/office/drawing/2014/main" id="{E458678D-51A2-C2DE-0BA3-C65B038BFFE8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endParaRPr lang="en-US" sz="2000" dirty="0"/>
          </a:p>
        </p:txBody>
      </p:sp>
      <p:sp>
        <p:nvSpPr>
          <p:cNvPr id="71" name="Shape 0">
            <a:extLst>
              <a:ext uri="{FF2B5EF4-FFF2-40B4-BE49-F238E27FC236}">
                <a16:creationId xmlns:a16="http://schemas.microsoft.com/office/drawing/2014/main" id="{B67C173A-BCAB-15DA-0464-425199DF2D4F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C881E6-6DF9-1CC8-DF17-A5BD5943BEEB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A19C2D2B-6DF3-B080-4B4F-8E57D5F5E9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EEDA518-3205-967C-0C21-D6C3F682B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1ADA5D77-F2FC-8FB1-C71D-19E55F85FD18}"/>
              </a:ext>
            </a:extLst>
          </p:cNvPr>
          <p:cNvSpPr txBox="1"/>
          <p:nvPr/>
        </p:nvSpPr>
        <p:spPr>
          <a:xfrm>
            <a:off x="1702837" y="2133193"/>
            <a:ext cx="18633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lang="en-US" sz="2000" dirty="0"/>
          </a:p>
        </p:txBody>
      </p:sp>
      <p:sp>
        <p:nvSpPr>
          <p:cNvPr id="90" name="Shape 0">
            <a:extLst>
              <a:ext uri="{FF2B5EF4-FFF2-40B4-BE49-F238E27FC236}">
                <a16:creationId xmlns:a16="http://schemas.microsoft.com/office/drawing/2014/main" id="{1BD5602D-BB85-A75A-0BA3-B6DE132B58FB}"/>
              </a:ext>
            </a:extLst>
          </p:cNvPr>
          <p:cNvSpPr/>
          <p:nvPr/>
        </p:nvSpPr>
        <p:spPr>
          <a:xfrm>
            <a:off x="1085630" y="2160701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6D018-5A94-C567-391A-63300DEDA04C}"/>
              </a:ext>
            </a:extLst>
          </p:cNvPr>
          <p:cNvSpPr txBox="1"/>
          <p:nvPr/>
        </p:nvSpPr>
        <p:spPr>
          <a:xfrm>
            <a:off x="1156975" y="2114981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A8A2DA-E1D2-D46D-A40E-C45448BAE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B752C8-CB38-43AE-7109-BF97CC320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A039D6E-6303-DD08-E971-4F746FCD3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DAC4CF39-1DE4-B326-8FE4-F5DADFCA293C}"/>
              </a:ext>
            </a:extLst>
          </p:cNvPr>
          <p:cNvSpPr txBox="1"/>
          <p:nvPr/>
        </p:nvSpPr>
        <p:spPr>
          <a:xfrm>
            <a:off x="1702837" y="1596745"/>
            <a:ext cx="20705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78E89DB8-A235-6B56-B3C5-AFFB7DC33FEC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5693F-44D4-DB94-F057-FDDF73F9B21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14EEFA-B7EA-B41A-0077-D2D5AD15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29858F2-17C0-9232-B9A6-6E9BEB56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450E97F-323E-D6C8-B069-201AA4978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CB8910B0-8890-D4E7-25A6-5A865796A105}"/>
              </a:ext>
            </a:extLst>
          </p:cNvPr>
          <p:cNvSpPr txBox="1"/>
          <p:nvPr/>
        </p:nvSpPr>
        <p:spPr>
          <a:xfrm>
            <a:off x="1702836" y="1666035"/>
            <a:ext cx="5642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Architecture/Block diagram/Flow Diagram</a:t>
            </a:r>
            <a:endParaRPr lang="en-US" sz="200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1B478EA9-4C2F-F231-47B6-C8C06477D7E4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814AA-59DA-31E3-FA03-C6D018DDD2C5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2CF5BB-9048-97EB-80F2-77A41A13D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0712FC6-9A92-1846-E918-6464D020EE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23D793B-8444-B788-E987-158A04A7A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C2F234BB-DB92-0CD1-EE54-06E197D7AEB4}"/>
              </a:ext>
            </a:extLst>
          </p:cNvPr>
          <p:cNvSpPr txBox="1"/>
          <p:nvPr/>
        </p:nvSpPr>
        <p:spPr>
          <a:xfrm>
            <a:off x="1702836" y="1642465"/>
            <a:ext cx="23052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Stack</a:t>
            </a:r>
            <a:endParaRPr lang="en-US" sz="20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158F44AD-412C-C754-EE2D-C2307384B377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613AA0-9731-3FF9-DDF3-D623EBF7C99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DA50891-40F1-6118-E214-ED1EFA2241CD}"/>
              </a:ext>
            </a:extLst>
          </p:cNvPr>
          <p:cNvSpPr txBox="1"/>
          <p:nvPr/>
        </p:nvSpPr>
        <p:spPr>
          <a:xfrm>
            <a:off x="1702836" y="2084840"/>
            <a:ext cx="2914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and Benefit</a:t>
            </a:r>
            <a:endParaRPr lang="en-US" sz="200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0317CC4-3A22-1F3D-AD6D-D89910F62185}"/>
              </a:ext>
            </a:extLst>
          </p:cNvPr>
          <p:cNvSpPr/>
          <p:nvPr/>
        </p:nvSpPr>
        <p:spPr>
          <a:xfrm>
            <a:off x="1076681" y="209668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7B8F0-AE45-3CA3-9329-FA6CE915B995}"/>
              </a:ext>
            </a:extLst>
          </p:cNvPr>
          <p:cNvSpPr txBox="1"/>
          <p:nvPr/>
        </p:nvSpPr>
        <p:spPr>
          <a:xfrm>
            <a:off x="1148026" y="205096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516C9-809C-9184-AE4F-B1382755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kte_logo.png">
            <a:extLst>
              <a:ext uri="{FF2B5EF4-FFF2-40B4-BE49-F238E27FC236}">
                <a16:creationId xmlns:a16="http://schemas.microsoft.com/office/drawing/2014/main" id="{C6273A1D-D3B4-CD9C-EC18-818C10F77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960120" cy="466344"/>
          </a:xfrm>
          <a:prstGeom prst="rect">
            <a:avLst/>
          </a:prstGeom>
        </p:spPr>
      </p:pic>
      <p:pic>
        <p:nvPicPr>
          <p:cNvPr id="3" name="Image 1" descr="/home/claude/dssa_logo.png">
            <a:extLst>
              <a:ext uri="{FF2B5EF4-FFF2-40B4-BE49-F238E27FC236}">
                <a16:creationId xmlns:a16="http://schemas.microsoft.com/office/drawing/2014/main" id="{4260F0D3-0C40-CD60-6F19-15730A282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164592"/>
            <a:ext cx="566928" cy="566928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934BDC43-F881-0CF4-730C-18EC95B349D9}"/>
              </a:ext>
            </a:extLst>
          </p:cNvPr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143909-AD38-5D3A-EA68-3413A4E37FCA}"/>
              </a:ext>
            </a:extLst>
          </p:cNvPr>
          <p:cNvSpPr txBox="1"/>
          <p:nvPr/>
        </p:nvSpPr>
        <p:spPr>
          <a:xfrm>
            <a:off x="502920" y="8686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EB723E3-899D-2DDA-298F-DE6A314BE857}"/>
              </a:ext>
            </a:extLst>
          </p:cNvPr>
          <p:cNvSpPr txBox="1"/>
          <p:nvPr/>
        </p:nvSpPr>
        <p:spPr>
          <a:xfrm>
            <a:off x="1097280" y="832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D24AFCA-75FC-3F02-F636-9C5B69156B44}"/>
              </a:ext>
            </a:extLst>
          </p:cNvPr>
          <p:cNvSpPr txBox="1"/>
          <p:nvPr/>
        </p:nvSpPr>
        <p:spPr>
          <a:xfrm>
            <a:off x="11475720" y="6309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F5AF1EA-D65D-2979-5051-18F44B5F3FC7}"/>
              </a:ext>
            </a:extLst>
          </p:cNvPr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8D516B-794C-BD05-679A-6BD0F423B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94" y="-10264"/>
            <a:ext cx="12178234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0833A7-C481-A3B4-3165-50B6C7271D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17F858-7787-4C55-0D03-9937A661F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1318" y="10264"/>
            <a:ext cx="954786" cy="945276"/>
          </a:xfrm>
          <a:prstGeom prst="rect">
            <a:avLst/>
          </a:prstGeom>
        </p:spPr>
      </p:pic>
      <p:sp>
        <p:nvSpPr>
          <p:cNvPr id="29" name="Text 2">
            <a:extLst>
              <a:ext uri="{FF2B5EF4-FFF2-40B4-BE49-F238E27FC236}">
                <a16:creationId xmlns:a16="http://schemas.microsoft.com/office/drawing/2014/main" id="{AB164B9B-6BD0-0A26-530C-2D076340F315}"/>
              </a:ext>
            </a:extLst>
          </p:cNvPr>
          <p:cNvSpPr txBox="1"/>
          <p:nvPr/>
        </p:nvSpPr>
        <p:spPr>
          <a:xfrm>
            <a:off x="1615595" y="1644573"/>
            <a:ext cx="6918650" cy="30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, website URL, documents to be used. 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D895F1E1-FE09-3F39-692C-2AD932C7FF26}"/>
              </a:ext>
            </a:extLst>
          </p:cNvPr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1174F-E4A5-4117-3D4D-6F751DF82157}"/>
              </a:ext>
            </a:extLst>
          </p:cNvPr>
          <p:cNvSpPr txBox="1"/>
          <p:nvPr/>
        </p:nvSpPr>
        <p:spPr>
          <a:xfrm>
            <a:off x="1148026" y="1596745"/>
            <a:ext cx="314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IN" sz="2000" b="1" dirty="0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870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386C887-4D97-2D5F-5DB7-55E347FAD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2475" cy="685800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2958240-41E5-ECBE-FB59-B18063CC0E77}"/>
              </a:ext>
            </a:extLst>
          </p:cNvPr>
          <p:cNvSpPr txBox="1"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56EC7F0-DA3B-47B9-3592-54C51CEE071F}"/>
              </a:ext>
            </a:extLst>
          </p:cNvPr>
          <p:cNvSpPr txBox="1"/>
          <p:nvPr/>
        </p:nvSpPr>
        <p:spPr>
          <a:xfrm>
            <a:off x="0" y="37947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[Enter Team Name]  |  Team Leader: [Enter Team Leader Name]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DC5368E-A6F1-22E8-F2BE-2540C25BC72B}"/>
              </a:ext>
            </a:extLst>
          </p:cNvPr>
          <p:cNvSpPr txBox="1"/>
          <p:nvPr/>
        </p:nvSpPr>
        <p:spPr>
          <a:xfrm>
            <a:off x="-6477" y="6493397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PRARAMBHA 2.0 — DSSA, Department of AI &amp; DS, D.K.T.E.S. IET, Ichalkaranji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E5C557A-A0C8-0C84-CED8-D0AFC3A1F863}"/>
              </a:ext>
            </a:extLst>
          </p:cNvPr>
          <p:cNvSpPr txBox="1"/>
          <p:nvPr/>
        </p:nvSpPr>
        <p:spPr>
          <a:xfrm>
            <a:off x="3413397" y="4231433"/>
            <a:ext cx="5349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ppt as :- </a:t>
            </a:r>
            <a:r>
              <a:rPr lang="en-US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TeamName_ProjectName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(remove this)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201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Gavali</cp:lastModifiedBy>
  <cp:revision>10</cp:revision>
  <dcterms:created xsi:type="dcterms:W3CDTF">2026-09-19T16:33:17Z</dcterms:created>
  <dcterms:modified xsi:type="dcterms:W3CDTF">2026-09-20T04:28:31Z</dcterms:modified>
</cp:coreProperties>
</file>